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FFFFFF"/>
                </a:solidFill>
                <a:latin typeface="Calibri"/>
              </a:rPr>
              <a:t>GeoSI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i="1">
                <a:solidFill>
                  <a:srgbClr val="D9E6E9"/>
                </a:solidFill>
              </a:rPr>
              <a:t>The beginning of geospatial superintelligence.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FC7"/>
                </a:solidFill>
              </a:rPr>
              <a:t>Aaron R  Digital University Kerala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Professional GIS is powerful but gated behind menus, scripts, and SQL.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Analysts waste hours translating questions into toolchains.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Domain experts cannot self-serve spatial insight.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Existing assistants lack GIS context  they cannot run real geospatial tools.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There is no conversational surface that plans and executes multi-step workflows on the layers you already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A conversational layer over professional GIS.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Ask a spatial question  GeoSI plans a multi-step workflow and runs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Local-first intelligence via Ollama; no API key required to start.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Zero hallucinated data: GeoSI operates only on layers the user has loaded.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Explainable: every result ships with the plan and the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Three-Surface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geosi_engine/  universal core. No QGIS. No Qt. Importable anywhere.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geosi_plugin/  the only code that touches QGIS. Reads the Layers panel.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geosi_server/  optional FastAPI REST surface. OSM fallback when safe.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Backend dispatch pattern keeps the engine framework-free.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BackendTool  register_backend('qgis', fn) at plugin startup.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Data Flow: Prompt to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1. User types a query in the chat dock.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2. Plugin syncs QGIS Layers panel into engine state.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3. Parser  AnalysisRequest (Ollama-first, rule-based fallback).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4. Agent validates layers exist; returns clear error if not.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5. Agent produces an ExecutionPlan (multi-step, explainable).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6. Executor runs each ToolStep; BackendTool dispatches to QGIS Processing.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7. Dock renders answer, reasoning, and suggestions.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Capabilities  125 Tools, 9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Vector: 40 tools  buffer, intersect, clip, dissolve, voronoi, joins, CRS.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Raster: 25 tools  NDVI/NDWI/NDBI, zonal stats, reclassify, resample.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Terrain: 10 tools  slope, aspect, hillshade, contour, viewshed, watershed.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Network: 8 tools  shortest path, service area, isochrone, OD matrix.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AI/ML: 10 tools  K-means, DBSCAN, Getis-Ord Gi*, Moran's I, IDW.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Cartography: 10 tools  GeoJSON, KML, Shapefile, geocode.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Validation: 10 tools  fix geometries, topology, duplicates, CRS check.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Temporal, portable I/O  auto-discovered via ToolRegistry.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LLM Priority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1. Ollama (local)  always first. 1.5s probe, 30s generate timeout.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2. Google Gemini  if GEMINI_API_KEY is set.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3. Anthropic Claude  if ANTHROPIC_API_KEY is set.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4. OpenAI  if OPENAI_API_KEY is set.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5. Keyword rules  always on, drives all 125 tools offline.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Every provider has fast failover; GeoSI never leaves the user hanging.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Grounded in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If a user references a layer that is not loaded, GeoSI refuses to guess.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Fuzzy matcher finds near-matches and surfaces suggestions.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Orphan-noun detector catches un-parsed references.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Example: 'Buffer hospitals by 500m' with only Schools loaded  GeoSI replies: 'Layer hospitals not found. Did you mean Schools (50% match)?'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Plugin never fetches data from OSM. Server fetches only when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Example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Buffer Schools by 1 km and intersect with TVM_Corp.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Calculate NDVI from Landsat_red and Landsat_NIR.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Cluster Assets using DBSCAN with eps=500.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Shortest path from Schools to Assets over Roads.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Reclassify DEM into low / medium / high elevation.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Validate geometries in Kerala; fix and export as GeoJSON.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Public API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from geosi_engine import GeoSI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engine = GeoSI()               # auto-discovers 125 tools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engine.state.add_layer(Layer(...))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result = engine.query('Buffer Schools by 500m')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result['success']              # bool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result['answer']               # user-facing message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result['plan']                 # list of ToolSteps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result['reasoning']            # LLM or rule-based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Plugin: copy geosi_plugin/ + geosi_engine/ into QGIS plugin folder.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Server: docker-ready FastAPI at geosi_server/ (optional).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Ollama: local LLM, free, no API key. Pull mistral / llama3.1 / qwen2.5.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Configuration via QgsSettings or environment variables.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Zero cloud dependency for a full offline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A4A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v1.0  Core engine, 80 tools, basic plugin. (done)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v2.0  Ollama-first, 125 tools, universal engine, validation. (done)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v2.5  GeoPandas backend for server, batch mode, notebooks.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v3.0  Real-time satellite streams, 3D viewshed, XR visualisation.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C1C1C"/>
                </a:solidFill>
                <a:latin typeface="Calibri"/>
              </a:rPr>
              <a:t>v4.0  Predictive spatial modelling, autonomous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F6D"/>
                </a:solidFill>
                <a:latin typeface="Calibri"/>
              </a:rPr>
              <a:t>GeoSI  Geospatial Superintelligence  |  v2.0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The beginning of geospatial superintelligence.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9E6E9"/>
                </a:solidFill>
              </a:rPr>
              <a:t>Aaron R  Digital University Kerala  aaronr.ds25@duk.ac.in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